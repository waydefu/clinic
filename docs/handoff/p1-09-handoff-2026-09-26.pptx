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PHASE 1 · CP-00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P1-09 交接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隔離 C1 合成環境：Gate 14、持久 429、切流量、監控、回退演練、Stage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JhengHei"/>
              </a:rPr>
              <a:t>2026-09-26（查證時間 19:24 UTC）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JhengHei"/>
              </a:rPr>
              <a:t>正式紀錄：docs/reviews/2026-09-26-p1-09-handoff.md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一句話結論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Microsoft JhengHei"/>
              </a:rPr>
              <a:t>P1-09 仍是 </a:t>
            </a:r>
            <a:r>
              <a:rPr sz="2000" b="1">
                <a:solidFill>
                  <a:srgbClr val="B91C1C"/>
                </a:solidFill>
                <a:latin typeface="Microsoft JhengHei"/>
              </a:rPr>
              <a:t>NOT_CLOSED</a:t>
            </a:r>
            <a:r>
              <a:rPr sz="2000" b="0">
                <a:solidFill>
                  <a:srgbClr val="1F2937"/>
                </a:solidFill>
                <a:latin typeface="Microsoft JhengHei"/>
              </a:rPr>
              <a:t>：Stage F 11 案例 10 通過，唯一缺的是業主確認告警信的收件證明。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766E"/>
                </a:solidFill>
                <a:latin typeface="Microsoft Jheng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個 PR 合併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#165–#179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3429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766E"/>
                </a:solidFill>
                <a:latin typeface="Microsoft JhengHe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4434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個真缺陷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全部修好並部署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3429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766E"/>
                </a:solidFill>
                <a:latin typeface="Microsoft JhengHei"/>
              </a:rPr>
              <a:t>10 /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434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Stage F 案例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通過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3429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B45309"/>
                </a:solidFill>
                <a:latin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4434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個關帳阻礙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775"/>
                </a:solidFill>
                <a:latin typeface="Microsoft JhengHei"/>
              </a:rPr>
              <a:t>告警收件證明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TIMELINE (UTC)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做了什麼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9/25 17:59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Gate 14 第一輪（716aaf4，0% tag）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主流程通過；重送回 409 → NOT_PASS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04:27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修正 #168 後 Gate 14 重跑（6cf9a5a）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04:28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429 測試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91C1C"/>
                          </a:solidFill>
                          <a:latin typeface="Microsoft JhengHei"/>
                        </a:rPr>
                        <a:t>FAIL：偽造 XFF 讓限流失效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05:43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WP-B2A 修正 #170 後重跑並切流量（ea1fbcc）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Cloud Run 100% + Hosting 切換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08:14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告警條件修正 #173 套用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9 條告警改為真實資源類型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08:25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回退演練（切回舊版再切回）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health 200，outbox 全程正常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08:52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持久 429 證明（全新探測 revision）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PASS，retry-after 835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15:12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Stage F 網頁驗收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9 通過，回診排程 FAIL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9/26 18:32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修正 #175/#177/#178 後回診重驗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LIVE STATE · 2026-09-26T19:24Z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C1 目前狀態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100% internal-test-api-00047-suy（ffa5d33）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outbox worker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100% internal-test-outbox-00018-nik（ea1fbcc）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calendar-sync worker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100% internal-test-calendar-sync-00004-zoh（ea1fbcc）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Hosting internal-preproduction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version f787f3c7e029a25b；/v1/** → tag fh-f787f3c7e029a25b → 00047-suy；到期 10/19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排程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inbound calendar-sync PAUSED；outbox drain ENABLED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告警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9 條 WP-B4 已修正並套用；c1-foundation 的 IAM 告警未套用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回退目標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tag p109ea1fbcc / p1096cf9a5a / p109716aaf4；Hosting 3eb05e7f、4f2b6f65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P1-09 各項狀態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576072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證據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P09-01 build／digest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5 次 Cloud Build SUCCESS，只以 digest 部署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P09-02 Terraform 對帳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PARTIAL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唯讀 plan 僅 metadata 漂移；未 apply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P09-03 secret／IAM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PARTIAL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每次讀回一致；完整 IAM 審查未做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P09-05 / 06 部署與 Hosting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digest、SHA、Ready、tag 指向逐次讀回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P09-07～09 Gate 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1 audit、1 restore、同事件讀回 = SoT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P09-10 冪等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PARTIAL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重送回原回應；並發上限未測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P09-11 持久 429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803D"/>
                          </a:solidFill>
                          <a:latin typeface="Microsoft JhengHei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新 process 回 429，Firestore 鎖定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P09-12 Stage F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10 / 11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只缺真人告警收件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P09-13 回退／告警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5309"/>
                          </a:solidFill>
                          <a:latin typeface="Microsoft JhengHei"/>
                        </a:rPr>
                        <a:t>PASS / PENDING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回退演練通過；告警已觸發待收件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P09-14 關帳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91C1C"/>
                          </a:solidFill>
                          <a:latin typeface="Microsoft JhengHei"/>
                        </a:rPr>
                        <a:t>BLOCKED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</a:rPr>
                        <a:t>等告警收件證明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DEPLOYED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Stage F 11 個案例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預約頁建立與重新整理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463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627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719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Workbench 報到／完成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27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1719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日曆外送更新同一事件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0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62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回診查詢：既有預約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606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770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862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回診：需要回診未排 → 排定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606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2770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2862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日曆候選審核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13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05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限流 429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749039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913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4005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防列舉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3749039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3913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4" y="4005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拒絕稽核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056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B45309"/>
                </a:solidFill>
                <a:latin typeface="Microsoft JhengHei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148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真人告警收件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489204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5056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5803D"/>
                </a:solidFill>
                <a:latin typeface="Microsoft Jheng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514807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持久化讀回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找到並修好的 7 個缺陷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863840"/>
                <a:gridCol w="26517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缺陷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修正</a:t>
                      </a:r>
                    </a:p>
                  </a:txBody>
                  <a:tcPr marL="73152" marR="73152" marT="27432" marB="27432"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候選審核同 key 重送回 409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#168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直接打 run.app 可偽造 XFF 讓 lookup 限流失效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#170（WP-B2A）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告警條件寫死 global，真實事件永遠不通知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#172 → #173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回診排程要求重填個資（session key 不一致）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#175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先查回診再排時缺看診項目 → 400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取消回診後病患永遠無法再排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#177</a:t>
                      </a:r>
                    </a:p>
                  </a:txBody>
                  <a:tcPr marL="73152" marR="73152" marT="27432" marB="27432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application service 仍讀到過期回診指標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</a:rPr>
                        <a:t>#178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775"/>
                </a:solidFill>
                <a:latin typeface="Microsoft JhengHei"/>
              </a:rPr>
              <a:t>全部補了修正前會失敗的回歸測試，CI 12/12，並已部署到 C1 驗證。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事件：看到正式診所日曆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Microsoft JhengHei"/>
              </a:rPr>
              <a:t>發生了什麼：</a:t>
            </a:r>
            <a:r>
              <a:rPr sz="1800" b="0">
                <a:solidFill>
                  <a:srgbClr val="1F2937"/>
                </a:solidFill>
                <a:latin typeface="Microsoft JhengHei"/>
              </a:rPr>
              <a:t>9/25 Gate 14 時開了操作者帳號的日曆日視圖，畫面同時顯示正式診所日曆，真實預約內容進入代理的工具輸出。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Microsoft JhengHei"/>
              </a:rPr>
              <a:t>處理：</a:t>
            </a:r>
            <a:r>
              <a:rPr sz="1800" b="0">
                <a:solidFill>
                  <a:srgbClr val="1F2937"/>
                </a:solidFill>
                <a:latin typeface="Microsoft JhengHei"/>
              </a:rPr>
              <a:t>立刻關閉分頁；確認沒有任何檔案或 git 內容保存；紀錄中不引用內容。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Microsoft JhengHei"/>
              </a:rPr>
              <a:t>之後的做法：</a:t>
            </a:r>
            <a:r>
              <a:rPr sz="1800" b="0">
                <a:solidFill>
                  <a:srgbClr val="1F2937"/>
                </a:solidFill>
                <a:latin typeface="Microsoft JhengHei"/>
              </a:rPr>
              <a:t>只用 eventedit/&lt;eid&gt; 開單一合成事件；每次用完刪除暫存瀏覽器設定檔。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Microsoft JhengHei"/>
              </a:rPr>
              <a:t>沒有寫入：</a:t>
            </a:r>
            <a:r>
              <a:rPr sz="1800" b="0">
                <a:solidFill>
                  <a:srgbClr val="1F2937"/>
                </a:solidFill>
                <a:latin typeface="Microsoft JhengHei"/>
              </a:rPr>
              <a:t>正式日曆沒有任何寫入。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還沒完成的事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91C1C"/>
                </a:solidFill>
                <a:latin typeface="Microsoft JhengHei"/>
              </a:rPr>
              <a:t>關帳阻礙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7276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業主確認 9/26 台北約 16:20–16:30 的 WP-B4 auth failure spike 告警信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21992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Microsoft JhengHei"/>
              </a:rPr>
              <a:t>IAM 告警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c1-foundation 條件未套用；c1-iam-setiampolicy metric 可能沒抓到稽核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Microsoft JhengHei"/>
              </a:rPr>
              <a:t>上線前提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8211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API 可繞過 Hosting；經 Hosting 的來源 IP 判定錯誤（WP-B2A）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31336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867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6775"/>
                </a:solidFill>
                <a:latin typeface="Microsoft JhengHei"/>
              </a:rPr>
              <a:t>P1-09 小項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8678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並發上限、run stack metadata 漂移、完整 IAM 審查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36008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914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6775"/>
                </a:solidFill>
                <a:latin typeface="Microsoft JhengHei"/>
              </a:rPr>
              <a:t>其他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79145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outbox leaseOwner 未清、Workbench 預設只顯示當日、0% revision 未清理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96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6775"/>
                </a:solidFill>
                <a:latin typeface="Microsoft JhengHei"/>
              </a:rPr>
              <a:t>不在本階段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59612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</a:rPr>
              <a:t>CP-01、BD runtime、真實還原、AWS、官網、production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LOCAL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接手時會踩到的坑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推送憑證會過期：改用 GitHub 連線建 PR／提交，匿名 fetch 比對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ADC 沒有 quota project：REST 加 x-goog-user-project；Firebase CLI 設 GOOGLE_CLOUD_QUOTA_PROJECT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Terraform backend 是空的：init 要帶 bucket 與 prefix；用完 unset TF_VAR_*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cmd | tail; echo $? 取到的是 tail 的結束代碼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Hosting pinTag 釘最新建立的 revision，不是正在服務的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Monitoring 條件一定要限制 resource.type；Cloud Run log 是 cloud_run_revision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429 證明要落在新 process；HTTP/2 標頭是小寫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icrosoft JhengHei"/>
              </a:rPr>
              <a:t>• 日曆只開單一合成事件頁，不開總覽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JhengHe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Microsoft JhengHei"/>
              </a:rPr>
              <a:t>下一位從這裡開始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Microsoft JhengHei"/>
              </a:rPr>
              <a:t>向業主取得告警收件證明（事件編號或收件時間）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Microsoft JhengHei"/>
              </a:rPr>
              <a:t>Stage F runner 設 humanInboxProof = true，重跑 evaluator（預期 ok=true）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004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Microsoft JhengHei"/>
              </a:rPr>
              <a:t>寫 P1-09 關帳紀錄（P09-14）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79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Microsoft JhengHei"/>
              </a:rPr>
              <a:t>處理 IAM 告警兩項，再依業主決定準備 CP-01 packet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Microsoft JhengHei"/>
              </a:rPr>
              <a:t>時限：</a:t>
            </a:r>
            <a:r>
              <a:rPr sz="1600" b="0">
                <a:solidFill>
                  <a:srgbClr val="1F2937"/>
                </a:solidFill>
                <a:latin typeface="Microsoft JhengHei"/>
              </a:rPr>
              <a:t>時窗 9/30 20:00（台北）到期；booking gate 9/30 18:00（台北）到期。超過後任何 C1 寫入都要新授權。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P1-09 交接｜2026-09-26｜隔離 C1 合成環境，無真實資料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775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